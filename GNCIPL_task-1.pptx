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B5DBA5-B388-4C2C-8FF6-FEA47F2AA813}" v="5" dt="2026-06-08T16:37:13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1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na Mondal" userId="d78537f09c46ab68" providerId="LiveId" clId="{56C0C4A2-45E9-485D-9A46-1A9BAB019A7C}"/>
    <pc:docChg chg="custSel addSld modSld">
      <pc:chgData name="Prajna Mondal" userId="d78537f09c46ab68" providerId="LiveId" clId="{56C0C4A2-45E9-485D-9A46-1A9BAB019A7C}" dt="2026-06-09T12:50:50.053" v="53" actId="14100"/>
      <pc:docMkLst>
        <pc:docMk/>
      </pc:docMkLst>
      <pc:sldChg chg="modSp">
        <pc:chgData name="Prajna Mondal" userId="d78537f09c46ab68" providerId="LiveId" clId="{56C0C4A2-45E9-485D-9A46-1A9BAB019A7C}" dt="2026-06-08T16:37:13.078" v="40" actId="113"/>
        <pc:sldMkLst>
          <pc:docMk/>
          <pc:sldMk cId="0" sldId="256"/>
        </pc:sldMkLst>
        <pc:spChg chg="mod">
          <ac:chgData name="Prajna Mondal" userId="d78537f09c46ab68" providerId="LiveId" clId="{56C0C4A2-45E9-485D-9A46-1A9BAB019A7C}" dt="2026-06-08T16:37:02.744" v="38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Prajna Mondal" userId="d78537f09c46ab68" providerId="LiveId" clId="{56C0C4A2-45E9-485D-9A46-1A9BAB019A7C}" dt="2026-06-08T16:37:13.078" v="40" actId="113"/>
          <ac:spMkLst>
            <pc:docMk/>
            <pc:sldMk cId="0" sldId="256"/>
            <ac:spMk id="3" creationId="{00000000-0000-0000-0000-000000000000}"/>
          </ac:spMkLst>
        </pc:spChg>
      </pc:sldChg>
      <pc:sldChg chg="addSp modSp mod">
        <pc:chgData name="Prajna Mondal" userId="d78537f09c46ab68" providerId="LiveId" clId="{56C0C4A2-45E9-485D-9A46-1A9BAB019A7C}" dt="2026-06-09T12:50:50.053" v="53" actId="14100"/>
        <pc:sldMkLst>
          <pc:docMk/>
          <pc:sldMk cId="0" sldId="257"/>
        </pc:sldMkLst>
        <pc:picChg chg="add mod">
          <ac:chgData name="Prajna Mondal" userId="d78537f09c46ab68" providerId="LiveId" clId="{56C0C4A2-45E9-485D-9A46-1A9BAB019A7C}" dt="2026-06-09T12:50:50.053" v="53" actId="14100"/>
          <ac:picMkLst>
            <pc:docMk/>
            <pc:sldMk cId="0" sldId="257"/>
            <ac:picMk id="4" creationId="{27BB9532-6BF6-B43C-0733-91CF45D6ECD4}"/>
          </ac:picMkLst>
        </pc:picChg>
      </pc:sldChg>
      <pc:sldChg chg="modSp mod">
        <pc:chgData name="Prajna Mondal" userId="d78537f09c46ab68" providerId="LiveId" clId="{56C0C4A2-45E9-485D-9A46-1A9BAB019A7C}" dt="2026-06-08T16:46:30.349" v="43" actId="255"/>
        <pc:sldMkLst>
          <pc:docMk/>
          <pc:sldMk cId="3837842029" sldId="266"/>
        </pc:sldMkLst>
        <pc:spChg chg="mod">
          <ac:chgData name="Prajna Mondal" userId="d78537f09c46ab68" providerId="LiveId" clId="{56C0C4A2-45E9-485D-9A46-1A9BAB019A7C}" dt="2026-06-08T16:46:30.349" v="43" actId="255"/>
          <ac:spMkLst>
            <pc:docMk/>
            <pc:sldMk cId="3837842029" sldId="266"/>
            <ac:spMk id="3" creationId="{8D7248B8-A18F-37E0-AA8A-17F7113692B1}"/>
          </ac:spMkLst>
        </pc:spChg>
      </pc:sldChg>
      <pc:sldChg chg="addSp delSp modSp new mod">
        <pc:chgData name="Prajna Mondal" userId="d78537f09c46ab68" providerId="LiveId" clId="{56C0C4A2-45E9-485D-9A46-1A9BAB019A7C}" dt="2026-06-08T17:23:39.193" v="47" actId="1076"/>
        <pc:sldMkLst>
          <pc:docMk/>
          <pc:sldMk cId="3423670552" sldId="267"/>
        </pc:sldMkLst>
        <pc:spChg chg="mod">
          <ac:chgData name="Prajna Mondal" userId="d78537f09c46ab68" providerId="LiveId" clId="{56C0C4A2-45E9-485D-9A46-1A9BAB019A7C}" dt="2026-06-08T16:28:49.721" v="7" actId="20577"/>
          <ac:spMkLst>
            <pc:docMk/>
            <pc:sldMk cId="3423670552" sldId="267"/>
            <ac:spMk id="2" creationId="{E50B7618-B173-A546-B8AF-BDAA2AC41550}"/>
          </ac:spMkLst>
        </pc:spChg>
        <pc:spChg chg="del">
          <ac:chgData name="Prajna Mondal" userId="d78537f09c46ab68" providerId="LiveId" clId="{56C0C4A2-45E9-485D-9A46-1A9BAB019A7C}" dt="2026-06-08T16:32:02.020" v="8" actId="22"/>
          <ac:spMkLst>
            <pc:docMk/>
            <pc:sldMk cId="3423670552" sldId="267"/>
            <ac:spMk id="3" creationId="{89DBF33A-5840-6185-8FDE-FDAF7F3B5EBE}"/>
          </ac:spMkLst>
        </pc:spChg>
        <pc:picChg chg="add mod ord">
          <ac:chgData name="Prajna Mondal" userId="d78537f09c46ab68" providerId="LiveId" clId="{56C0C4A2-45E9-485D-9A46-1A9BAB019A7C}" dt="2026-06-08T16:33:20.906" v="18" actId="14100"/>
          <ac:picMkLst>
            <pc:docMk/>
            <pc:sldMk cId="3423670552" sldId="267"/>
            <ac:picMk id="5" creationId="{BB4B238B-A80F-647E-1D4B-AF95A3ADB180}"/>
          </ac:picMkLst>
        </pc:picChg>
        <pc:picChg chg="add del mod">
          <ac:chgData name="Prajna Mondal" userId="d78537f09c46ab68" providerId="LiveId" clId="{56C0C4A2-45E9-485D-9A46-1A9BAB019A7C}" dt="2026-06-08T17:23:30.562" v="44" actId="478"/>
          <ac:picMkLst>
            <pc:docMk/>
            <pc:sldMk cId="3423670552" sldId="267"/>
            <ac:picMk id="7" creationId="{6B78DD38-6091-7E31-3B81-8ACFC001FBD0}"/>
          </ac:picMkLst>
        </pc:picChg>
        <pc:picChg chg="add mod">
          <ac:chgData name="Prajna Mondal" userId="d78537f09c46ab68" providerId="LiveId" clId="{56C0C4A2-45E9-485D-9A46-1A9BAB019A7C}" dt="2026-06-08T16:34:34.879" v="32" actId="1076"/>
          <ac:picMkLst>
            <pc:docMk/>
            <pc:sldMk cId="3423670552" sldId="267"/>
            <ac:picMk id="9" creationId="{7C018029-118A-19AC-A5B2-FBC7F6D88BC4}"/>
          </ac:picMkLst>
        </pc:picChg>
        <pc:picChg chg="add mod">
          <ac:chgData name="Prajna Mondal" userId="d78537f09c46ab68" providerId="LiveId" clId="{56C0C4A2-45E9-485D-9A46-1A9BAB019A7C}" dt="2026-06-08T16:34:01.714" v="27" actId="1076"/>
          <ac:picMkLst>
            <pc:docMk/>
            <pc:sldMk cId="3423670552" sldId="267"/>
            <ac:picMk id="11" creationId="{5C24C717-7F33-5C48-ECE5-2F4CD042E2B5}"/>
          </ac:picMkLst>
        </pc:picChg>
        <pc:picChg chg="add mod">
          <ac:chgData name="Prajna Mondal" userId="d78537f09c46ab68" providerId="LiveId" clId="{56C0C4A2-45E9-485D-9A46-1A9BAB019A7C}" dt="2026-06-08T16:34:45.703" v="35" actId="1076"/>
          <ac:picMkLst>
            <pc:docMk/>
            <pc:sldMk cId="3423670552" sldId="267"/>
            <ac:picMk id="13" creationId="{7EED4AA4-7616-1B4B-CDA1-A6B9D65A6879}"/>
          </ac:picMkLst>
        </pc:picChg>
        <pc:picChg chg="add mod">
          <ac:chgData name="Prajna Mondal" userId="d78537f09c46ab68" providerId="LiveId" clId="{56C0C4A2-45E9-485D-9A46-1A9BAB019A7C}" dt="2026-06-08T17:23:39.193" v="47" actId="1076"/>
          <ac:picMkLst>
            <pc:docMk/>
            <pc:sldMk cId="3423670552" sldId="267"/>
            <ac:picMk id="15" creationId="{ACFB6286-138E-259A-049D-9767ED0E183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89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8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10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02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48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2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182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02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11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1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0737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44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22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15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09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96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037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13257" y="0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7275344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4777380"/>
            <a:ext cx="5231183" cy="8614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Medical Science | AI/ML Project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447800"/>
            <a:ext cx="5231186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600" b="1" dirty="0">
                <a:solidFill>
                  <a:srgbClr val="C00000"/>
                </a:solidFill>
              </a:rPr>
              <a:t>Hospital Patient Admission Trends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Analyze hospital patient admissions by month, department, age group, and diagnosis to identify trends and patterns</a:t>
            </a:r>
            <a:r>
              <a:rPr dirty="0"/>
              <a:t>.</a:t>
            </a:r>
          </a:p>
        </p:txBody>
      </p:sp>
      <p:pic>
        <p:nvPicPr>
          <p:cNvPr id="4" name="Picture 3" descr="Hospital building illustration. Medical ...">
            <a:extLst>
              <a:ext uri="{FF2B5EF4-FFF2-40B4-BE49-F238E27FC236}">
                <a16:creationId xmlns:a16="http://schemas.microsoft.com/office/drawing/2014/main" id="{27BB9532-6BF6-B43C-0733-91CF45D6E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3914613"/>
            <a:ext cx="3888211" cy="24906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8D132-84D3-D21B-6EB5-2BD4C6B54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248B8-A18F-37E0-AA8A-17F711369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1" y="1534887"/>
            <a:ext cx="8665029" cy="47135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1.When the highest number of patients are admitted.</a:t>
            </a:r>
          </a:p>
          <a:p>
            <a:r>
              <a:rPr lang="en-US" sz="2400" dirty="0"/>
              <a:t>2.Which hospital department receives the most patients.</a:t>
            </a:r>
          </a:p>
          <a:p>
            <a:r>
              <a:rPr lang="en-US" sz="2400" dirty="0"/>
              <a:t>3.Which age group has the highest admission rate.</a:t>
            </a:r>
          </a:p>
          <a:p>
            <a:r>
              <a:rPr lang="en-US" sz="2400" dirty="0"/>
              <a:t>4.Which diseases are more common during specific seasons or months.</a:t>
            </a:r>
          </a:p>
          <a:p>
            <a:r>
              <a:rPr lang="en-US" sz="2400" dirty="0"/>
              <a:t>5.How patient admissions may change in the future.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3784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Monthly admission trends</a:t>
            </a:r>
          </a:p>
          <a:p>
            <a:r>
              <a:t>• Department-wise analysis</a:t>
            </a:r>
          </a:p>
          <a:p>
            <a:r>
              <a:t>• Age group distribution</a:t>
            </a:r>
          </a:p>
          <a:p>
            <a:r>
              <a:t>• Seasonal illness patterns</a:t>
            </a:r>
          </a:p>
          <a:p>
            <a:r>
              <a:t>• Future admission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Hospital admission records containing Admission Date, Department, Age, Diagnosis, Gender, and related attributes.</a:t>
            </a:r>
            <a:endParaRPr lang="en-US" dirty="0"/>
          </a:p>
          <a:p>
            <a:r>
              <a:rPr lang="en-IN" dirty="0"/>
              <a:t>There are 10,000 rows </a:t>
            </a:r>
          </a:p>
          <a:p>
            <a:r>
              <a:rPr lang="en-IN" dirty="0"/>
              <a:t>And 20 columns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• Handle missing values</a:t>
            </a:r>
          </a:p>
          <a:p>
            <a:r>
              <a:rPr sz="2800" dirty="0"/>
              <a:t>• Remove duplicates</a:t>
            </a:r>
          </a:p>
          <a:p>
            <a:r>
              <a:rPr sz="2800" dirty="0"/>
              <a:t>• Create Month column</a:t>
            </a:r>
          </a:p>
          <a:p>
            <a:r>
              <a:rPr sz="2800" dirty="0"/>
              <a:t>• Create </a:t>
            </a:r>
            <a:r>
              <a:rPr sz="2800" dirty="0" err="1"/>
              <a:t>Age_Group</a:t>
            </a:r>
            <a:r>
              <a:rPr sz="2800" dirty="0"/>
              <a:t> column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• Monthly admissions</a:t>
            </a:r>
          </a:p>
          <a:p>
            <a:r>
              <a:rPr sz="2800" dirty="0"/>
              <a:t>• Department-wise admissions</a:t>
            </a:r>
          </a:p>
          <a:p>
            <a:r>
              <a:rPr sz="2800" dirty="0"/>
              <a:t>• Age-group distribution</a:t>
            </a:r>
          </a:p>
          <a:p>
            <a:r>
              <a:rPr sz="2800" dirty="0"/>
              <a:t>• Diagnosis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• Bar Charts</a:t>
            </a:r>
          </a:p>
          <a:p>
            <a:r>
              <a:rPr sz="2800" dirty="0"/>
              <a:t>• Pie Charts</a:t>
            </a:r>
          </a:p>
          <a:p>
            <a:r>
              <a:rPr sz="2800" dirty="0"/>
              <a:t>• Crosstab Analysis for seasonal diseases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FF0000"/>
                </a:solidFill>
              </a:rPr>
              <a:t>Linear Regression </a:t>
            </a:r>
            <a:r>
              <a:rPr sz="2800" dirty="0"/>
              <a:t>model used to predict future patient admissions based on historical trends.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7618-B173-A546-B8AF-BDAA2AC4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4B238B-A80F-647E-1D4B-AF95A3ADB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470" y="1519239"/>
            <a:ext cx="2709035" cy="25193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018029-118A-19AC-A5B2-FBC7F6D88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497" y="1853248"/>
            <a:ext cx="2546235" cy="23924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24C717-7F33-5C48-ECE5-2F4CD042E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00" y="4334652"/>
            <a:ext cx="3105961" cy="20693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ED4AA4-7616-1B4B-CDA1-A6B9D65A6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823" y="4334652"/>
            <a:ext cx="2540392" cy="2360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FB6286-138E-259A-049D-9767ED0E18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873" y="1942166"/>
            <a:ext cx="2776255" cy="173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70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The project provides data-driven insights to support hospital resource planning, staffing, and healthcare decision-making.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135</TotalTime>
  <Words>220</Words>
  <Application>Microsoft Office PowerPoint</Application>
  <PresentationFormat>On-screen Show (4:3)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Hospital Patient Admission Trends</vt:lpstr>
      <vt:lpstr>Project Overview</vt:lpstr>
      <vt:lpstr>Goal</vt:lpstr>
      <vt:lpstr>Objectives</vt:lpstr>
      <vt:lpstr>Dataset Description</vt:lpstr>
      <vt:lpstr>Data Preprocessing</vt:lpstr>
      <vt:lpstr>Exploratory Data Analysis</vt:lpstr>
      <vt:lpstr>Visualizations</vt:lpstr>
      <vt:lpstr>Machine Learning</vt:lpstr>
      <vt:lpstr>Outputs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prajna</dc:creator>
  <cp:keywords/>
  <dc:description>generated using python-pptx</dc:description>
  <cp:lastModifiedBy>Prajna Mondal</cp:lastModifiedBy>
  <cp:revision>2</cp:revision>
  <dcterms:created xsi:type="dcterms:W3CDTF">2013-01-27T09:14:16Z</dcterms:created>
  <dcterms:modified xsi:type="dcterms:W3CDTF">2026-06-09T12:50:57Z</dcterms:modified>
  <cp:category/>
</cp:coreProperties>
</file>